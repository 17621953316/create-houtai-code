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334155"/>
                </a:solidFill>
                <a:latin typeface="Arial"/>
              </a:rPr>
              <a:t>迭代重心（示意）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优先级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MVP</c:v>
                  </c:pt>
                  <c:pt idx="1">
                    <c:v>V1.1</c:v>
                  </c:pt>
                  <c:pt idx="2">
                    <c:v>V1.2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65</c:v>
                </c:pt>
                <c:pt idx="2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23560" y="685800"/>
            <a:ext cx="3291840" cy="333756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60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· LOW-CODE 辅助工具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后台管理系统</a:t>
            </a:r>
            <a:endParaRPr lang="en-US" sz="3800" dirty="0"/>
          </a:p>
          <a:p>
            <a:pPr indent="0" marL="0">
              <a:lnSpc>
                <a:spcPts val="49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配置驱动，分钟级产出列表页：搜索区 · 表格 · 分页 · 一键复制 / 下载 .vue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我们在解决什么问题？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989320" cy="32004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342900" indent="-342900">
              <a:lnSpc>
                <a:spcPct val="12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 CRUD 页面高度重复：筛选项、表格、分页结构雷同</a:t>
            </a:r>
            <a:endParaRPr lang="en-US" sz="1500" dirty="0"/>
          </a:p>
          <a:p>
            <a:pPr marL="342900" indent="-342900">
              <a:lnSpc>
                <a:spcPct val="12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手工复制粘贴与微调，单次开发往往耗费数小时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团队输出风格不一致，后续维护与 Code Review 成本高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1051560"/>
            <a:ext cx="2103120" cy="315468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20840" y="1691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⏱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0" y="2606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2h → 分钟级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069080" cy="2606040"/>
          </a:xfrm>
          <a:prstGeom prst="rect">
            <a:avLst/>
          </a:prstGeom>
          <a:noFill/>
          <a:ln/>
        </p:spPr>
        <p:txBody>
          <a:bodyPr wrap="square" lIns="0" tIns="0" rIns="5080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Vue 技术栈的配置驱动工具：用结构化配置快速生成「搜索 + 表格 + 分页」等典型后台页面代码，并可与 Cursor / Claude 等 AI 工具链结合扩展。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960120"/>
            <a:ext cx="402336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0" y="960120"/>
            <a:ext cx="82296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64608" y="1069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配置即文档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64608" y="14356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协作与迭代有据可查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2039112"/>
            <a:ext cx="402336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2039112"/>
            <a:ext cx="82296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2148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Handlebars 模板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64608" y="25146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稳定、可预期的代码风格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3118104"/>
            <a:ext cx="402336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3118104"/>
            <a:ext cx="82296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32278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64608" y="359359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多组件库 · TS · AI 生成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383280" y="1097280"/>
            <a:ext cx="27432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0" y="1097280"/>
            <a:ext cx="27432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6187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提效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小时级 → 分钟级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126187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66160" y="23317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模板统一 Element Plus 风格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26187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可维护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配置即规格，便于复用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611880"/>
        </p:xfrm>
        <a:graphic>
          <a:graphicData uri="http://schemas.openxmlformats.org/drawingml/2006/table">
            <a:tbl>
              <a:tblPr/>
              <a:tblGrid>
                <a:gridCol w="2148840"/>
                <a:gridCol w="6080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场景与诉求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前端开发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减少重复劳动，专注业务逻辑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全栈 / 后端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不熟悉 Vue 也能产出可用页面骨架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技术负责人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配置驱动，统一团队输出风格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 / 运营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快速生成可演示的页面结构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使用流程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69164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9304"/>
            <a:ext cx="1691640" cy="51206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基础配置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48840" y="139903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50008" y="1234440"/>
            <a:ext cx="169164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0008" y="1289304"/>
            <a:ext cx="1691640" cy="51206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表格配置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41648" y="139903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42816" y="1234440"/>
            <a:ext cx="169164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42816" y="1289304"/>
            <a:ext cx="1691640" cy="51206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169164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12264"/>
            <a:ext cx="1691640" cy="51206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生成代码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222199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350008" y="2057400"/>
            <a:ext cx="169164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0008" y="2112264"/>
            <a:ext cx="1691640" cy="51206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 / 下载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Web 界面完成配置后，一键生成完整 .vue 单文件（template + script + style），可直接粘贴到业务仓库。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已实现能力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143000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051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" y="1435608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 · select · date · 范围 · 多选 · 级联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" y="2221992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130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514600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列配置 · 表头固定 · 示例数据 · 可选操作列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" y="3300984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2095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3593592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+ Element Plus · 4 空格缩进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" y="4379976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2885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" y="4672584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Schema（Ajv）· 默认配置 · 路由入口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932688" cy="512064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15568"/>
            <a:ext cx="932688" cy="3291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554480" y="1024128"/>
            <a:ext cx="822960" cy="512064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115568"/>
            <a:ext cx="822960" cy="3291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42032" y="1024128"/>
            <a:ext cx="1700784" cy="512064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1115568"/>
            <a:ext cx="1700784" cy="3291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7408" y="1024128"/>
            <a:ext cx="1481328" cy="512064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408" y="1115568"/>
            <a:ext cx="1481328" cy="3291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Router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53328" y="1024128"/>
            <a:ext cx="1481328" cy="512064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53328" y="1115568"/>
            <a:ext cx="1481328" cy="3291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Handlebars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99248" y="1024128"/>
            <a:ext cx="2249424" cy="512064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99248" y="1115568"/>
            <a:ext cx="2249424" cy="3291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Ajv · JSON Schema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090672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src/generator  ·  src/components  ·  src/config  ·  src/schema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3703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run dev → http://localhost:5173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规划方向（PRD）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5349240" cy="32461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配置导入 / 导出 · Monaco 级 JSON 编辑 · 实时预览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Composition API + TypeScript 输出选项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 Design Vue · Naive UI 等多组件库切换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AI 深度结合：自然语言 + 配置联合生成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897880" y="987552"/>
          <a:ext cx="27889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8138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结构化配置 + 模板引擎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后台页面开发提效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  ·  Q &amp; 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后台管理系统代码生成器</dc:title>
  <dc:subject>Vue 配置驱动 · 项目介绍</dc:subject>
  <dc:creator>ai-create-houtai</dc:creator>
  <cp:lastModifiedBy>ai-create-houtai</cp:lastModifiedBy>
  <cp:revision>1</cp:revision>
  <dcterms:created xsi:type="dcterms:W3CDTF">2026-03-23T06:28:11Z</dcterms:created>
  <dcterms:modified xsi:type="dcterms:W3CDTF">2026-03-23T06:28:11Z</dcterms:modified>
</cp:coreProperties>
</file>